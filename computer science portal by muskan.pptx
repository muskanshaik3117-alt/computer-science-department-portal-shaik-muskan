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550120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Computer Science Department Portal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62115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Streamlining Course Management &amp; Student Enrollment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83915"/>
            <a:ext cx="6296860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 Statement</a:t>
            </a:r>
            <a:endParaRPr lang="en-US" sz="3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10791"/>
            <a:ext cx="6296860" cy="10884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7354" y="1590477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Enrollment Bottlenecks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917354" y="1933377"/>
            <a:ext cx="586130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enrollment processes create costly delays, errors, and frustrated students every semester.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35746"/>
            <a:ext cx="6296860" cy="10884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7354" y="2815431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15+ Hours Lost Per Semester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7354" y="3158331"/>
            <a:ext cx="586130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Faculty spend significant time on administrative tasks that could be automated, pulling them away from teaching and research.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60701"/>
            <a:ext cx="6296860" cy="10884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7354" y="4040386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Scattered Course Information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17354" y="4383286"/>
            <a:ext cx="586130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Students struggle to find accurate course details, prerequisites, and availability across disconnected platforms.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85655"/>
            <a:ext cx="6296860" cy="108843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7354" y="5265341"/>
            <a:ext cx="586130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Centralized Tracking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917354" y="5608241"/>
            <a:ext cx="586130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Course capacity and waitlists are managed in silos, leading to overflows and missed opportunities for enrollment.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523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Pain Points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123976"/>
            <a:ext cx="5888287" cy="33367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87207" y="1448991"/>
            <a:ext cx="3549264" cy="1535609"/>
          </a:xfrm>
          <a:prstGeom prst="roundRect">
            <a:avLst>
              <a:gd name="adj" fmla="val 439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66888" y="1628676"/>
            <a:ext cx="3189902" cy="26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Inefficiency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166888" y="2032595"/>
            <a:ext cx="3189902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Spreadsheet-based enrollment takes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weeks to process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delaying course confirmations and academic planning for everyone involved.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87207" y="3121124"/>
            <a:ext cx="3549264" cy="1535609"/>
          </a:xfrm>
          <a:prstGeom prst="roundRect">
            <a:avLst>
              <a:gd name="adj" fmla="val 439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66888" y="3300809"/>
            <a:ext cx="3189902" cy="26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Accessibility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166888" y="3704729"/>
            <a:ext cx="3189902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Course information is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scattered across multiple platforms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forcing students and faculty to waste time hunting for accurate data.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87207" y="4793258"/>
            <a:ext cx="3549264" cy="1342529"/>
          </a:xfrm>
          <a:prstGeom prst="roundRect">
            <a:avLst>
              <a:gd name="adj" fmla="val 502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66888" y="4972943"/>
            <a:ext cx="3189902" cy="267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Scalability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166888" y="5376863"/>
            <a:ext cx="3189902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current system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breaks down during peak registration periods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precisely when reliability matters most.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325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AI-Suggested Solutions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15542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24262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Course Recommendations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244751"/>
            <a:ext cx="53162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Intelligent engine surfaces the right courses for each student based on academic history and degree progress.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115542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824262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Automated Prerequisite Verification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244751"/>
            <a:ext cx="53163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Instant conflict detection prevents enrollment errors before they happen — no manual review required.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14105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22825"/>
            <a:ext cx="53162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Predictive Enrollment Analytics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43314"/>
            <a:ext cx="53162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Forecasting tools help departments anticipate demand and allocate resources proactively each term.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14105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22825"/>
            <a:ext cx="531630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Chatbot Support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43314"/>
            <a:ext cx="53163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24/7 instant answers to student FAQs reduce the administrative burden on faculty and staff.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7734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Solution Selected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1795562"/>
            <a:ext cx="6565736" cy="41063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6772" y="3642291"/>
            <a:ext cx="1353663" cy="471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Faculty Analytics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439943" y="5378364"/>
            <a:ext cx="1353663" cy="471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Automated Waitlists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83492" y="3523444"/>
            <a:ext cx="1353663" cy="707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Course Recommendations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39943" y="1847109"/>
            <a:ext cx="1353663" cy="471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Enrollment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17270" y="1767780"/>
            <a:ext cx="3519201" cy="583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Unified Web Portal Built for CS Departments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017270" y="2521744"/>
            <a:ext cx="3519201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selected solution brings every enrollment workflow into a single, intelligent platform: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17270" y="3358059"/>
            <a:ext cx="3519201" cy="268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enrollment management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live seat availability and instant confirmations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AI-powered recommendations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personalized course matching with prerequisite checks built in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waitlist notifications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automated alerts the moment a seat opens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Faculty dashboard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course analytics and student tracking in one view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436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Technologies Used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46648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00488"/>
            <a:ext cx="25399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20977"/>
            <a:ext cx="253993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React.js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fully responsive design for seamless access on any device.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546648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900488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320977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Node.js &amp; Express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powering fast, scalable RESTful API services.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546648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900488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320977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PostgreSQL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structured, secure, and reliable data management.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546648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900488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/ ML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320977"/>
            <a:ext cx="2540036" cy="982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Python-based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recommendation engine driving intelligent course suggestions.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65969"/>
            <a:ext cx="6296860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Scope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737475" y="1695152"/>
            <a:ext cx="2889674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spc="-9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50+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61475" y="2505373"/>
            <a:ext cx="3041772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CS Departments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2899370"/>
            <a:ext cx="3041772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Nationwide target market for initial rollout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92463" y="1695152"/>
            <a:ext cx="2889773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spc="-9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$2M+</a:t>
            </a:r>
            <a:endParaRPr lang="en-US" sz="4650" dirty="0"/>
          </a:p>
        </p:txBody>
      </p:sp>
      <p:sp>
        <p:nvSpPr>
          <p:cNvPr id="8" name="Text 5"/>
          <p:cNvSpPr/>
          <p:nvPr/>
        </p:nvSpPr>
        <p:spPr>
          <a:xfrm>
            <a:off x="3916463" y="2505373"/>
            <a:ext cx="3041872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Market Size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916463" y="2899370"/>
            <a:ext cx="3041872" cy="227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Estimated annual revenue potential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64919" y="3785394"/>
            <a:ext cx="2889773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spc="-9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100%</a:t>
            </a:r>
            <a:endParaRPr lang="en-US" sz="4650" dirty="0"/>
          </a:p>
        </p:txBody>
      </p:sp>
      <p:sp>
        <p:nvSpPr>
          <p:cNvPr id="11" name="Text 8"/>
          <p:cNvSpPr/>
          <p:nvPr/>
        </p:nvSpPr>
        <p:spPr>
          <a:xfrm>
            <a:off x="2288919" y="4595614"/>
            <a:ext cx="3041872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Custom-Built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2288919" y="4989612"/>
            <a:ext cx="3041872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Department-specific customization — our key competitive advantage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1475" y="5636716"/>
            <a:ext cx="6296860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Beyond CS departments, the platform is architected for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expansion across all STEM departments</a:t>
            </a:r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multiplying the addressable market significantly.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0389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Benefits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2193330"/>
            <a:ext cx="5548372" cy="314414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2226" y="1699220"/>
            <a:ext cx="3564245" cy="12378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17042" y="1869480"/>
            <a:ext cx="264917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 Faculty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717042" y="2236093"/>
            <a:ext cx="2649174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80% reduction</a:t>
            </a:r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administrative time — freeing hours every semester for research, mentorship, and teaching.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2226" y="3058021"/>
            <a:ext cx="3564245" cy="12378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17042" y="3228280"/>
            <a:ext cx="264917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 Students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717042" y="3594894"/>
            <a:ext cx="2649174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Faster, more accurate enrollment with AI-matched course suggestions that align with individual academic goals.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226" y="4416822"/>
            <a:ext cx="3564245" cy="1414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17042" y="4587081"/>
            <a:ext cx="264917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 the Department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717042" y="4953695"/>
            <a:ext cx="2649174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Improved data insights and smarter resource planning — enabling leadership to make confident, data-driven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289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Timeline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083148" y="2085181"/>
            <a:ext cx="25399" cy="3679825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5341605" y="2285107"/>
            <a:ext cx="56702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5883227" y="208518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54117" y="2113558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475" y="2144216"/>
            <a:ext cx="448933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1 — Months 1–2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2564705"/>
            <a:ext cx="448933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enrollment system launch: portal foundation, real-time seat management, and user authentication.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83069" y="3419177"/>
            <a:ext cx="56702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0" name="Shape 8"/>
          <p:cNvSpPr/>
          <p:nvPr/>
        </p:nvSpPr>
        <p:spPr>
          <a:xfrm>
            <a:off x="5883227" y="321925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4117" y="3247628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2" y="3278287"/>
            <a:ext cx="448933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2 — Months 3–4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040882" y="3698776"/>
            <a:ext cx="448933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recommendation engine integration: prerequisite checking, conflict detection, and smart waitlist automation.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1605" y="4393704"/>
            <a:ext cx="56702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3227" y="419377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4117" y="4222155"/>
            <a:ext cx="28346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4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475" y="4252813"/>
            <a:ext cx="448933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Phase 3 — Months 5–6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673302"/>
            <a:ext cx="448933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Analytics dashboard and optimization: faculty insights, enrollment forecasting, and performance tuning.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86991"/>
            <a:ext cx="6296860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1475" y="1526480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8843" y="1553418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236036" y="1582539"/>
            <a:ext cx="5722298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Secure Approval &amp; Budget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236036" y="1976537"/>
            <a:ext cx="5722298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Obtain departmental sign-off and confirm budget allocation to move the project into active development.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2772866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8843" y="2799804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236036" y="2828925"/>
            <a:ext cx="5722298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Build the Team &amp; Set the Timeline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236036" y="3222923"/>
            <a:ext cx="5722298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Assemble the development team, assign roles, and lock in sprint milestones aligned to the three-phase roadmap.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4019252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8843" y="4046190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36036" y="4075311"/>
            <a:ext cx="5722298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Launch Pilot Testing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236036" y="4469309"/>
            <a:ext cx="5722298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Begin a controlled rollout with select courses to validate functionality and surface early issues.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475" y="5265638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8843" y="5292576"/>
            <a:ext cx="269273" cy="350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4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236036" y="5321697"/>
            <a:ext cx="5722298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Iterate Based on Feedback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236036" y="5715695"/>
            <a:ext cx="5722298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 structured input from faculty and students to drive continuous improvement before full deployment.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2026-09-06T13:57:59Z</dcterms:created>
  <dcterms:modified xsi:type="dcterms:W3CDTF">2026-09-06T13:57:59Z</dcterms:modified>
</cp:coreProperties>
</file>